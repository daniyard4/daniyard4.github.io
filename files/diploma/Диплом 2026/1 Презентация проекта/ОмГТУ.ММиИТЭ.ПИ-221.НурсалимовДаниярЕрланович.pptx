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8" r:id="rId2"/>
    <p:sldId id="301" r:id="rId3"/>
    <p:sldId id="299" r:id="rId4"/>
    <p:sldId id="302" r:id="rId5"/>
    <p:sldId id="260" r:id="rId6"/>
    <p:sldId id="261" r:id="rId7"/>
    <p:sldId id="303" r:id="rId8"/>
    <p:sldId id="263" r:id="rId9"/>
    <p:sldId id="264" r:id="rId10"/>
    <p:sldId id="265" r:id="rId11"/>
    <p:sldId id="267" r:id="rId12"/>
    <p:sldId id="256" r:id="rId13"/>
    <p:sldId id="269" r:id="rId14"/>
    <p:sldId id="270" r:id="rId15"/>
    <p:sldId id="271" r:id="rId16"/>
    <p:sldId id="304" r:id="rId17"/>
    <p:sldId id="305" r:id="rId18"/>
    <p:sldId id="272" r:id="rId19"/>
    <p:sldId id="273" r:id="rId20"/>
    <p:sldId id="274" r:id="rId21"/>
    <p:sldId id="275" r:id="rId22"/>
    <p:sldId id="276" r:id="rId23"/>
    <p:sldId id="278" r:id="rId24"/>
    <p:sldId id="298" r:id="rId25"/>
    <p:sldId id="257" r:id="rId26"/>
    <p:sldId id="280" r:id="rId27"/>
    <p:sldId id="281" r:id="rId28"/>
    <p:sldId id="282" r:id="rId29"/>
    <p:sldId id="306" r:id="rId30"/>
    <p:sldId id="286" r:id="rId31"/>
    <p:sldId id="288" r:id="rId32"/>
    <p:sldId id="287" r:id="rId33"/>
    <p:sldId id="289" r:id="rId34"/>
    <p:sldId id="308" r:id="rId35"/>
    <p:sldId id="290" r:id="rId36"/>
    <p:sldId id="291" r:id="rId37"/>
    <p:sldId id="293" r:id="rId38"/>
    <p:sldId id="292" r:id="rId39"/>
    <p:sldId id="294" r:id="rId40"/>
    <p:sldId id="307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94474-0B44-4533-98ED-C4C98DFDD64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52BF5-65C7-4EA9-8D59-AFAFCAADC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1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7b5328b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7b5328b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57b5328ba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57b5328ba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0BF18-08C4-49B9-A668-1F9899E22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E41AE8-97CD-4E75-87AF-EFA855156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DCB23-00AA-4A48-8DFE-4A3176A1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109023-CC58-42D7-B715-44C6AD5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19562-AD53-4B01-A09B-FE8EA5A4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9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88748-A92C-4BA2-9A27-19F0F939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FE8FA6-951A-45A6-82BE-0887D85B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D7097E-1D94-48D6-83D7-F0EAF479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81ECE4-F87B-4DFB-84C2-EBAFB37E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5E912D-4738-4BCA-AFE0-6D05129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73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7F7D7-5407-4531-BCC5-3C3C26A4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3C20F3-B6E0-43C0-8E7C-4A74E299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1CCA7-EF23-4C6D-AB50-98F200C1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423C01-C978-4EB2-A313-0122CD76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B6CD3-10FF-4C1E-86D7-325D0B49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8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E793A-F54C-4F2E-AD8A-75F1D36F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8ED9A-469E-4853-A05A-A7D1ADC12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94FF6D-A56F-4C00-A046-C9A580D3D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F8A359-0FB2-4F0F-9383-EC471C44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C70F24-E7C9-4B5A-A9FA-FF7EBEE9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724A34-5DB8-4B06-81BB-A7B59C3C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54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21011-8B5E-4721-BA84-CDAC34E1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4118DF-E74D-4827-B03D-56D87570B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AEBB09-5131-4342-91FB-FE902F268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91464D-2CAD-47E7-9E65-840426596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68CDC0-8E50-439D-B445-8E4092E5F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D77A7D-66B6-4FFD-B5AA-25FF46B0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198A8B-9EA7-41B7-B40C-4D12A1BB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F66143-EA6A-4F00-AA39-4294D82F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82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3E830-42F3-4A14-AC83-213D606E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EFD416-2C21-4A5F-9639-2F55AE85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45FC6D-DEEA-46F1-86A4-D0353C35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2C007D-C057-419C-A931-A4554ABD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8858A6-1A12-447E-8205-DB733490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F6953C-18C8-4ED9-B217-028E29F6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C544C2-7C30-4945-9C85-748D811E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0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7D47E-C6DE-41EF-815F-9106347B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56737-008D-4093-8ED4-215AE07E9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2D067C-E3C8-4A3B-9B2B-4A95F32C7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24EA02-AD3D-4DC5-BB56-726FEB75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2B08DE-01F6-4356-A85A-54E6D800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BDA838-BE41-4601-BB1B-825A2B25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79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8059B-61FE-4D8E-A20D-9F9A179C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643F13-89C9-4780-A570-A4B387343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DD697A-8545-4C31-B5E5-CE337778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DF8F7F-C8C3-4139-B555-3A7AECB4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8421EF-9351-4C4A-997E-A474A166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C878AF-3C18-4BB1-B12C-C563748E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1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F486A-9122-4EC1-9D40-3B0A5D46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038C85-FBA4-4508-AF73-055358F28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6BBA0-09AD-40B8-8913-B19EF163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698FF-C5A1-41A0-AC95-7089C9F9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A311FC-54EE-4A35-A5E4-A73F804B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07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2B8E4E-33C9-45D9-8DCB-90D50EC95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AFEEF3-4CEB-4036-A959-9A1CBFB95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A9473-8070-4FC9-B23B-B16E09F4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80BC40-5A62-4DCE-9BB6-8A1CEA55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00FA86-B4A2-4799-900F-E43403E7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16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92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5D0FA-F68A-4675-B607-D50813CB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382726-C45F-4E73-A0D2-47668F260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F99F67-9582-4886-86C7-945EA7CE3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9E206-9C19-42EA-AAFA-AC0E2771989F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9A4204-DACE-4915-BC49-B2F626644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C8F846-BAF1-4C52-9909-14A3DEF59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8D0D5-4845-4E14-A044-8F0F58AA5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94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36AE43-9083-4B8C-9148-94F1D2155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697031-C91B-4246-BE71-67BC5E67DD2C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060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36AE43-9083-4B8C-9148-94F1D2155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4EC919-17A4-4C31-863C-D038EADCD43E}"/>
              </a:ext>
            </a:extLst>
          </p:cNvPr>
          <p:cNvSpPr txBox="1"/>
          <p:nvPr/>
        </p:nvSpPr>
        <p:spPr>
          <a:xfrm>
            <a:off x="11010900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2107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6F7452-4FF9-47BF-B2DE-7AC17EACB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7CE6D7-E4D9-4140-97F8-50D5E4CD99AD}"/>
              </a:ext>
            </a:extLst>
          </p:cNvPr>
          <p:cNvSpPr txBox="1"/>
          <p:nvPr/>
        </p:nvSpPr>
        <p:spPr>
          <a:xfrm>
            <a:off x="11010901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9534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36AE43-9083-4B8C-9148-94F1D2155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F55B3C-1ED0-496D-B086-2FB423F37DF8}"/>
              </a:ext>
            </a:extLst>
          </p:cNvPr>
          <p:cNvSpPr txBox="1"/>
          <p:nvPr/>
        </p:nvSpPr>
        <p:spPr>
          <a:xfrm>
            <a:off x="11010900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4/40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52350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27FA0C-1CFB-407D-AC07-2C3CE8692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477127-F615-460B-9A39-38F1C90F42E2}"/>
              </a:ext>
            </a:extLst>
          </p:cNvPr>
          <p:cNvSpPr txBox="1"/>
          <p:nvPr/>
        </p:nvSpPr>
        <p:spPr>
          <a:xfrm>
            <a:off x="11010900" y="616916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5/40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321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C2F22B-DD68-4C7D-B623-E71C206A4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BE450E-4574-4BB9-A17A-E6FBD6ECB69B}"/>
              </a:ext>
            </a:extLst>
          </p:cNvPr>
          <p:cNvSpPr txBox="1"/>
          <p:nvPr/>
        </p:nvSpPr>
        <p:spPr>
          <a:xfrm>
            <a:off x="11010900" y="616916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6/40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6073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C2F22B-DD68-4C7D-B623-E71C206A4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EE3861-25B8-4602-AD45-C01DF4D83A3C}"/>
              </a:ext>
            </a:extLst>
          </p:cNvPr>
          <p:cNvSpPr txBox="1"/>
          <p:nvPr/>
        </p:nvSpPr>
        <p:spPr>
          <a:xfrm>
            <a:off x="11010900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7/40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3084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F73DF4-45DA-406F-B7AE-F529D0E97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37817D-0840-4EDA-8D0D-7CC58D5C16CC}"/>
              </a:ext>
            </a:extLst>
          </p:cNvPr>
          <p:cNvSpPr txBox="1"/>
          <p:nvPr/>
        </p:nvSpPr>
        <p:spPr>
          <a:xfrm>
            <a:off x="11010900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8/40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5373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D7D105-FB6B-489A-A8DE-AD1D21161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1DAE5-90A3-4777-8D37-8AE89D4C01D7}"/>
              </a:ext>
            </a:extLst>
          </p:cNvPr>
          <p:cNvSpPr txBox="1"/>
          <p:nvPr/>
        </p:nvSpPr>
        <p:spPr>
          <a:xfrm>
            <a:off x="11010900" y="6150114"/>
            <a:ext cx="11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9/40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9830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7CEFB3-C15F-4926-AAE0-F74F6C1C4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63B3F-5126-45B8-A332-CC982287CD58}"/>
              </a:ext>
            </a:extLst>
          </p:cNvPr>
          <p:cNvSpPr txBox="1"/>
          <p:nvPr/>
        </p:nvSpPr>
        <p:spPr>
          <a:xfrm>
            <a:off x="10656277" y="6150114"/>
            <a:ext cx="1535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10/40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3413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12F95F-493F-4B60-9F52-637DFBE1D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B63CD4-1F27-49E7-BAC6-8B7B8E6AF24E}"/>
              </a:ext>
            </a:extLst>
          </p:cNvPr>
          <p:cNvSpPr txBox="1"/>
          <p:nvPr/>
        </p:nvSpPr>
        <p:spPr>
          <a:xfrm>
            <a:off x="10772776" y="6150114"/>
            <a:ext cx="1419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11/40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68411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96000" y="259799"/>
            <a:ext cx="9600000" cy="1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РФ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«ОМСКИЙ ГОСУДАРСТВЕННЫЙ ТЕХНИЧЕСКИЙ УНИВЕРСИТЕТ»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96000" y="2534252"/>
            <a:ext cx="9600000" cy="3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" sz="2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ПРЕЗЕНТАЦИЯ К ВЫПУСКНОЙ КВАЛИФИКАЦИОННОЙ РАБОТЕ</a:t>
            </a:r>
            <a:endParaRPr sz="213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96000" y="3004967"/>
            <a:ext cx="9600000" cy="1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экспертной системы мониторинга признаков эмоционального выгорания и формирования рекомендаций для тьюторов </a:t>
            </a:r>
            <a:endParaRPr sz="3733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100976" y="5097276"/>
            <a:ext cx="16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Студент: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32400" y="4998167"/>
            <a:ext cx="4052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1D22FF"/>
              </a:buClr>
              <a:buSzPts val="2800"/>
            </a:pPr>
            <a:r>
              <a:rPr lang="ru" sz="3733">
                <a:solidFill>
                  <a:srgbClr val="1D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Нурсалимов Д. Е.</a:t>
            </a:r>
            <a:endParaRPr sz="3733">
              <a:solidFill>
                <a:srgbClr val="1D2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100976" y="5469432"/>
            <a:ext cx="16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Группа: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7632400" y="5374491"/>
            <a:ext cx="28800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ПИ-221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401263" y="5832284"/>
            <a:ext cx="23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Руководитель: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632397" y="5737341"/>
            <a:ext cx="2880000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доц</a:t>
            </a: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ент</a:t>
            </a: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к.т.н.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295999" y="1464052"/>
            <a:ext cx="96000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«Математические методы и информационные технологии в экономике»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632400" y="6121667"/>
            <a:ext cx="3320000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Гегечкори Е</a:t>
            </a: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Т.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2301" y="4767445"/>
            <a:ext cx="2650135" cy="202235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CB075B-134E-47E1-A0DA-7A130EA01ED2}"/>
              </a:ext>
            </a:extLst>
          </p:cNvPr>
          <p:cNvSpPr txBox="1"/>
          <p:nvPr/>
        </p:nvSpPr>
        <p:spPr>
          <a:xfrm>
            <a:off x="10772776" y="6150114"/>
            <a:ext cx="1419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12/40</a:t>
            </a:r>
            <a:endParaRPr lang="ru-RU" sz="4000" dirty="0">
              <a:latin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07ED89-688F-4EE7-B55F-33D753B7B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51E037-8EB9-4F83-8E04-099C6F77FCA8}"/>
              </a:ext>
            </a:extLst>
          </p:cNvPr>
          <p:cNvSpPr txBox="1"/>
          <p:nvPr/>
        </p:nvSpPr>
        <p:spPr>
          <a:xfrm>
            <a:off x="10658475" y="6150114"/>
            <a:ext cx="1533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13/40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4171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C88C01-2E18-431C-9A17-13EE3859E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8FD526-0A9D-4E58-BA06-5DCE74D9DBEA}"/>
              </a:ext>
            </a:extLst>
          </p:cNvPr>
          <p:cNvSpPr txBox="1"/>
          <p:nvPr/>
        </p:nvSpPr>
        <p:spPr>
          <a:xfrm>
            <a:off x="10658476" y="6150114"/>
            <a:ext cx="1533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14/40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21560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B358FD-76B3-49D3-B858-E2CE83DB1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EED02-DC6D-4A15-AB89-5DF41C141C78}"/>
              </a:ext>
            </a:extLst>
          </p:cNvPr>
          <p:cNvSpPr txBox="1"/>
          <p:nvPr/>
        </p:nvSpPr>
        <p:spPr>
          <a:xfrm>
            <a:off x="10601326" y="6150114"/>
            <a:ext cx="1590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15/40</a:t>
            </a:r>
            <a:endParaRPr lang="ru-RU" sz="4000" dirty="0">
              <a:latin typeface="Inter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8581A6-47A9-48D0-9F07-7400F2C28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3286124"/>
            <a:ext cx="3600000" cy="360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B82276-A771-40E5-A26C-83AA85F4D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9" y="3286124"/>
            <a:ext cx="357187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47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755072-A2C4-4BAF-8077-754C6ACF0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5AE29E-8B36-4753-9012-27F3649B06CE}"/>
              </a:ext>
            </a:extLst>
          </p:cNvPr>
          <p:cNvSpPr txBox="1"/>
          <p:nvPr/>
        </p:nvSpPr>
        <p:spPr>
          <a:xfrm>
            <a:off x="10658476" y="6150114"/>
            <a:ext cx="1533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16/40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56269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0BD7D6-720B-4208-825D-5A48DFB21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7BC2A8-8108-4E79-A905-DCAA811F006B}"/>
              </a:ext>
            </a:extLst>
          </p:cNvPr>
          <p:cNvSpPr txBox="1"/>
          <p:nvPr/>
        </p:nvSpPr>
        <p:spPr>
          <a:xfrm>
            <a:off x="10715626" y="6150114"/>
            <a:ext cx="1476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17/40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08083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E66D11-E994-4AA4-861C-35483CA16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65202-C292-428C-9B82-BF506CFD4B0A}"/>
              </a:ext>
            </a:extLst>
          </p:cNvPr>
          <p:cNvSpPr txBox="1"/>
          <p:nvPr/>
        </p:nvSpPr>
        <p:spPr>
          <a:xfrm>
            <a:off x="10706100" y="6150114"/>
            <a:ext cx="148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18/40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33698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FB2CDC-F80C-4FD8-8DEC-129C67FC8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455587-F08A-4322-8A0C-C2BA93EA7DC1}"/>
              </a:ext>
            </a:extLst>
          </p:cNvPr>
          <p:cNvSpPr txBox="1"/>
          <p:nvPr/>
        </p:nvSpPr>
        <p:spPr>
          <a:xfrm>
            <a:off x="10534650" y="6150114"/>
            <a:ext cx="1657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19/40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2800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C85E60-9844-4B7F-9103-D23A06589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825241-D497-4484-BF72-653CCA5B273E}"/>
              </a:ext>
            </a:extLst>
          </p:cNvPr>
          <p:cNvSpPr txBox="1"/>
          <p:nvPr/>
        </p:nvSpPr>
        <p:spPr>
          <a:xfrm>
            <a:off x="10620376" y="6150114"/>
            <a:ext cx="157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20/40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90147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C86590-F11D-4003-BC5A-F6B68E826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70A478-E3DC-44BC-9726-578E0D3D218E}"/>
              </a:ext>
            </a:extLst>
          </p:cNvPr>
          <p:cNvSpPr txBox="1"/>
          <p:nvPr/>
        </p:nvSpPr>
        <p:spPr>
          <a:xfrm>
            <a:off x="10696576" y="6150114"/>
            <a:ext cx="149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21/40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60402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804900-F2BA-40E6-9542-77991CA31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606E5-13D7-4485-BE4D-EBD1979984D1}"/>
              </a:ext>
            </a:extLst>
          </p:cNvPr>
          <p:cNvSpPr txBox="1"/>
          <p:nvPr/>
        </p:nvSpPr>
        <p:spPr>
          <a:xfrm>
            <a:off x="10668000" y="6150114"/>
            <a:ext cx="152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22/40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12712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F98566-2AE1-49BE-8B7A-4F3581EA4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0FA941-115D-4BFA-A951-3AE68C420229}"/>
              </a:ext>
            </a:extLst>
          </p:cNvPr>
          <p:cNvSpPr txBox="1"/>
          <p:nvPr/>
        </p:nvSpPr>
        <p:spPr>
          <a:xfrm>
            <a:off x="10715626" y="6150114"/>
            <a:ext cx="1476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23/40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29834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94C1CF-89C3-4E44-918B-7DCBE89AD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3773F4-F211-4CFE-8059-0F2359F9AEF2}"/>
              </a:ext>
            </a:extLst>
          </p:cNvPr>
          <p:cNvSpPr txBox="1"/>
          <p:nvPr/>
        </p:nvSpPr>
        <p:spPr>
          <a:xfrm>
            <a:off x="10706100" y="6150114"/>
            <a:ext cx="148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24/40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74953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1296000" y="259799"/>
            <a:ext cx="9600000" cy="1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РФ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«ОМСКИЙ ГОСУДАРСТВЕННЫЙ ТЕХНИЧЕСКИЙ УНИВЕРСИТЕТ»</a:t>
            </a:r>
            <a:br>
              <a:rPr lang="ru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296000" y="2534252"/>
            <a:ext cx="9600000" cy="3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" sz="2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ПРЕЗЕНТАЦИЯ К ВЫПУСКНОЙ КВАЛИФИКАЦИОННОЙ РАБОТЕ</a:t>
            </a:r>
            <a:endParaRPr sz="213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296000" y="3004967"/>
            <a:ext cx="9600000" cy="1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ru" sz="3733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экспертной системы мониторинга признаков эмоционального выгорания и формирования рекомендаций для менеджера по кадрам</a:t>
            </a:r>
            <a:endParaRPr sz="3733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2800"/>
            </a:pPr>
            <a:endParaRPr sz="3733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100976" y="5097276"/>
            <a:ext cx="16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Студент: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7632400" y="4998167"/>
            <a:ext cx="4052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1D22FF"/>
              </a:buClr>
              <a:buSzPts val="2800"/>
            </a:pPr>
            <a:r>
              <a:rPr lang="ru" sz="3733">
                <a:solidFill>
                  <a:srgbClr val="1D2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Сушин В. А.</a:t>
            </a:r>
            <a:endParaRPr sz="3733">
              <a:solidFill>
                <a:srgbClr val="1D2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100976" y="5469432"/>
            <a:ext cx="16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Группа: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7632400" y="5374491"/>
            <a:ext cx="28800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ПИ-221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401263" y="5832284"/>
            <a:ext cx="2328800" cy="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Руководитель:</a:t>
            </a:r>
            <a:endParaRPr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7632397" y="5737341"/>
            <a:ext cx="2880000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доц</a:t>
            </a: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ент</a:t>
            </a: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к.т.н.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1295999" y="1464052"/>
            <a:ext cx="96000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r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«Математические методы и информационные технологии в экономике»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7632400" y="6121667"/>
            <a:ext cx="3320000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800"/>
            </a:pP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Гегечкори Е</a:t>
            </a:r>
            <a:r>
              <a:rPr lang="ru" sz="3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" sz="3733">
                <a:latin typeface="Times New Roman"/>
                <a:ea typeface="Times New Roman"/>
                <a:cs typeface="Times New Roman"/>
                <a:sym typeface="Times New Roman"/>
              </a:rPr>
              <a:t>Т.</a:t>
            </a:r>
            <a:endParaRPr sz="3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2301" y="4767445"/>
            <a:ext cx="2650135" cy="20223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36713-5B33-4E60-B12E-6D89230A802C}"/>
              </a:ext>
            </a:extLst>
          </p:cNvPr>
          <p:cNvSpPr txBox="1"/>
          <p:nvPr/>
        </p:nvSpPr>
        <p:spPr>
          <a:xfrm>
            <a:off x="10725150" y="6150114"/>
            <a:ext cx="1466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25/40</a:t>
            </a:r>
            <a:endParaRPr lang="ru-RU" sz="4000" dirty="0">
              <a:latin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BF3A1-D609-4FA7-9984-EB92916B0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86A4C4-3E31-4EA3-B92E-A9D7187C1FA0}"/>
              </a:ext>
            </a:extLst>
          </p:cNvPr>
          <p:cNvSpPr txBox="1"/>
          <p:nvPr/>
        </p:nvSpPr>
        <p:spPr>
          <a:xfrm>
            <a:off x="10715626" y="6150114"/>
            <a:ext cx="1476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26/40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72366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BC7B1F-3B45-49D7-A515-CB84901E0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E00FE6-F0A6-4BC3-B00E-DD3CD006AE84}"/>
              </a:ext>
            </a:extLst>
          </p:cNvPr>
          <p:cNvSpPr txBox="1"/>
          <p:nvPr/>
        </p:nvSpPr>
        <p:spPr>
          <a:xfrm>
            <a:off x="10725150" y="6150114"/>
            <a:ext cx="1466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27/40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16043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512384-FE53-4E1D-A74B-BF48EBBCCBF7}"/>
              </a:ext>
            </a:extLst>
          </p:cNvPr>
          <p:cNvSpPr txBox="1"/>
          <p:nvPr/>
        </p:nvSpPr>
        <p:spPr>
          <a:xfrm>
            <a:off x="10696576" y="6150114"/>
            <a:ext cx="149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28/40</a:t>
            </a:r>
            <a:endParaRPr lang="ru-RU" sz="4000" dirty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997" y="46658"/>
            <a:ext cx="10503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АРХИТЕКТУРА АНАЛИТИЧЕСКОГО МОДУЛЯ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91AAA0-EAE7-4F68-8159-E1B1D2AC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437"/>
            <a:ext cx="121920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37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ФОРМИРОВАНИЯ СТРАНИЦЫ АНАЛИТИКИ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7479" y="6398431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Параллельное выполнение пяти вычислений сокращает время формирования страницы аналитики</a:t>
            </a:r>
            <a:endParaRPr lang="en-US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9FC80-2F2D-4F67-9C8B-69C8E4819B7E}"/>
              </a:ext>
            </a:extLst>
          </p:cNvPr>
          <p:cNvSpPr txBox="1"/>
          <p:nvPr/>
        </p:nvSpPr>
        <p:spPr>
          <a:xfrm>
            <a:off x="10715626" y="6150114"/>
            <a:ext cx="1476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Inter"/>
              </a:rPr>
              <a:t>29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341" y="1140631"/>
            <a:ext cx="6400997" cy="50315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7C87A4-6387-4F17-80A6-E8BE2125A69E}"/>
              </a:ext>
            </a:extLst>
          </p:cNvPr>
          <p:cNvSpPr txBox="1"/>
          <p:nvPr/>
        </p:nvSpPr>
        <p:spPr>
          <a:xfrm>
            <a:off x="10706100" y="6150114"/>
            <a:ext cx="148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0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2" y="769441"/>
            <a:ext cx="11183911" cy="5525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389" y="0"/>
            <a:ext cx="656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ПРОФИЛЬ МЕНЕДЖЕРА</a:t>
            </a:r>
          </a:p>
        </p:txBody>
      </p:sp>
    </p:spTree>
    <p:extLst>
      <p:ext uri="{BB962C8B-B14F-4D97-AF65-F5344CB8AC3E}">
        <p14:creationId xmlns:p14="http://schemas.microsoft.com/office/powerpoint/2010/main" val="2259448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4049B6-2441-48B4-A7CC-9B8AC54C6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F0A122-1F36-46F6-8EE5-300EECAE5B33}"/>
              </a:ext>
            </a:extLst>
          </p:cNvPr>
          <p:cNvSpPr txBox="1"/>
          <p:nvPr/>
        </p:nvSpPr>
        <p:spPr>
          <a:xfrm>
            <a:off x="10577146" y="6150114"/>
            <a:ext cx="1614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1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8272"/>
            <a:ext cx="12065201" cy="457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5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7FCF03-537A-4376-A308-7BA4ECBE88D4}"/>
              </a:ext>
            </a:extLst>
          </p:cNvPr>
          <p:cNvSpPr txBox="1"/>
          <p:nvPr/>
        </p:nvSpPr>
        <p:spPr>
          <a:xfrm>
            <a:off x="10410826" y="6150114"/>
            <a:ext cx="1781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2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37" y="666723"/>
            <a:ext cx="10640910" cy="5630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442" y="0"/>
            <a:ext cx="656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СПИСОК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2003724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9FDB1F-491A-45AA-A8FE-2194015E4D67}"/>
              </a:ext>
            </a:extLst>
          </p:cNvPr>
          <p:cNvSpPr txBox="1"/>
          <p:nvPr/>
        </p:nvSpPr>
        <p:spPr>
          <a:xfrm>
            <a:off x="10668000" y="6150114"/>
            <a:ext cx="152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3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52" y="596223"/>
            <a:ext cx="8234416" cy="61323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89" y="0"/>
            <a:ext cx="656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3485132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9FDB1F-491A-45AA-A8FE-2194015E4D67}"/>
              </a:ext>
            </a:extLst>
          </p:cNvPr>
          <p:cNvSpPr txBox="1"/>
          <p:nvPr/>
        </p:nvSpPr>
        <p:spPr>
          <a:xfrm>
            <a:off x="10668000" y="6150114"/>
            <a:ext cx="152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4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219" y="0"/>
            <a:ext cx="8639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СРЕДНИЕ ЗНАЧЕНИЯ СУБШКАЛ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96" y="2073652"/>
            <a:ext cx="10526594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78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C67BC1-E274-4C05-B7EF-3C22F1538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B367F3-DB91-4EFF-A978-0A6A21FCD3A6}"/>
              </a:ext>
            </a:extLst>
          </p:cNvPr>
          <p:cNvSpPr txBox="1"/>
          <p:nvPr/>
        </p:nvSpPr>
        <p:spPr>
          <a:xfrm>
            <a:off x="10687050" y="6150114"/>
            <a:ext cx="1504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5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3048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B91066-EC45-4DB9-8873-0C94CF7BB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944E37-9E7A-4E6A-B2D7-F9845150B7CB}"/>
              </a:ext>
            </a:extLst>
          </p:cNvPr>
          <p:cNvSpPr txBox="1"/>
          <p:nvPr/>
        </p:nvSpPr>
        <p:spPr>
          <a:xfrm>
            <a:off x="10572750" y="6150114"/>
            <a:ext cx="1619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6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63318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91F750-97C5-4D39-912E-84D3C53C1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90C890-1EE8-48AF-A331-617E48935FEE}"/>
              </a:ext>
            </a:extLst>
          </p:cNvPr>
          <p:cNvSpPr txBox="1"/>
          <p:nvPr/>
        </p:nvSpPr>
        <p:spPr>
          <a:xfrm>
            <a:off x="10591800" y="6150114"/>
            <a:ext cx="1600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7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19261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4424BB-F6DE-4DF4-A580-E25BD22AE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A5A8F1-BEED-4036-806E-B5E6AF183580}"/>
              </a:ext>
            </a:extLst>
          </p:cNvPr>
          <p:cNvSpPr txBox="1"/>
          <p:nvPr/>
        </p:nvSpPr>
        <p:spPr>
          <a:xfrm>
            <a:off x="10620376" y="6150114"/>
            <a:ext cx="157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3</a:t>
            </a:r>
            <a:r>
              <a:rPr lang="ru-RU" sz="4000" dirty="0">
                <a:latin typeface="Inter"/>
              </a:rPr>
              <a:t>8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35025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E0A4D7-AEC9-4807-A0BB-213065660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E532B5-B3BF-4469-99AE-2A2BC2EACE54}"/>
              </a:ext>
            </a:extLst>
          </p:cNvPr>
          <p:cNvSpPr txBox="1"/>
          <p:nvPr/>
        </p:nvSpPr>
        <p:spPr>
          <a:xfrm>
            <a:off x="10706100" y="6150114"/>
            <a:ext cx="148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Inter"/>
              </a:rPr>
              <a:t>39</a:t>
            </a:r>
            <a:r>
              <a:rPr lang="en-US" sz="4000" dirty="0">
                <a:latin typeface="Inter"/>
              </a:rPr>
              <a:t>/40</a:t>
            </a:r>
            <a:endParaRPr lang="ru-RU" sz="40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53767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E532B5-B3BF-4469-99AE-2A2BC2EACE54}"/>
              </a:ext>
            </a:extLst>
          </p:cNvPr>
          <p:cNvSpPr txBox="1"/>
          <p:nvPr/>
        </p:nvSpPr>
        <p:spPr>
          <a:xfrm>
            <a:off x="10706100" y="6150114"/>
            <a:ext cx="1485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"/>
              </a:rPr>
              <a:t>40/40</a:t>
            </a:r>
            <a:endParaRPr lang="ru-RU" sz="4000" dirty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785" y="4764924"/>
            <a:ext cx="290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Просмотр от лица тьютора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4384" y="4764924"/>
            <a:ext cx="337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Просмотр от лица менеджера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032" y="268424"/>
            <a:ext cx="12871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/>
              <a:t>Демонстрация работы экспертной системы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71" y="2565117"/>
            <a:ext cx="2589031" cy="226960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626" y="2586282"/>
            <a:ext cx="2849168" cy="22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863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246</Words>
  <Application>Microsoft Office PowerPoint</Application>
  <PresentationFormat>Широкоэкранный</PresentationFormat>
  <Paragraphs>72</Paragraphs>
  <Slides>40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Inter</vt:lpstr>
      <vt:lpstr>Poppins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Данияр Нурсалимов</dc:creator>
  <cp:lastModifiedBy>Данияр Нурсалимов</cp:lastModifiedBy>
  <cp:revision>18</cp:revision>
  <dcterms:created xsi:type="dcterms:W3CDTF">2026-06-08T09:12:16Z</dcterms:created>
  <dcterms:modified xsi:type="dcterms:W3CDTF">2026-07-30T08:08:08Z</dcterms:modified>
</cp:coreProperties>
</file>